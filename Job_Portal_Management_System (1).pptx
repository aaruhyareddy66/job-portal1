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" y="36576"/>
            <a:ext cx="89245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6064"/>
                </a:solidFill>
              </a:rPr>
              <a:t>Vel Tech Rangarajan Dr. Sagunthala R&amp;D Institute of Science and Technology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9728" y="237744"/>
            <a:ext cx="89245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16161"/>
                </a:solidFill>
              </a:rPr>
              <a:t>School of Computing  |  Department of Computer Science and Engineering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09728" y="402336"/>
            <a:ext cx="89245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97A7"/>
                </a:solidFill>
              </a:rPr>
              <a:t>10211CS224 / FULL STACK APPLICATION DEVELOPMENT (JAVA)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658368"/>
            <a:ext cx="9144000" cy="274320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6583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PROJECT REVIEW : MILESTONE PROJECT – 1    |    Date: 20-04-2026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097280" y="1188720"/>
            <a:ext cx="6949440" cy="54864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9844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6064"/>
                </a:solidFill>
              </a:rPr>
              <a:t>Job Portal Management System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1097280" y="2066544"/>
            <a:ext cx="6949440" cy="54864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94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16161"/>
                </a:solidFill>
              </a:rPr>
              <a:t>A web application connecting Job Seekers &amp; Employers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616161"/>
                </a:solidFill>
              </a:rPr>
              <a:t>Built with Java Full Stack Technologies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926080"/>
            <a:ext cx="4023360" cy="1371600"/>
          </a:xfrm>
          <a:prstGeom prst="rect">
            <a:avLst/>
          </a:prstGeom>
          <a:solidFill>
            <a:srgbClr val="E0F7FA"/>
          </a:solidFill>
          <a:ln w="12700">
            <a:solidFill>
              <a:srgbClr val="B2EB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99923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7A7"/>
                </a:solidFill>
              </a:rPr>
              <a:t>Presented By: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323697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[Your Name] – [Roll No] – [Reg. No]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349300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F6D00"/>
                </a:solidFill>
              </a:rPr>
              <a:t>SDG 8 – Decent Work and Economic Growth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754880" y="2926080"/>
            <a:ext cx="4023360" cy="1371600"/>
          </a:xfrm>
          <a:prstGeom prst="rect">
            <a:avLst/>
          </a:prstGeom>
          <a:solidFill>
            <a:srgbClr val="E0F7FA"/>
          </a:solidFill>
          <a:ln w="12700">
            <a:solidFill>
              <a:srgbClr val="B2EB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299923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7A7"/>
                </a:solidFill>
              </a:rPr>
              <a:t>Courses Handling Faculty: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92040" y="323697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Dr. ANGELINE LYDIA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92040" y="345643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16161"/>
                </a:solidFill>
              </a:rPr>
              <a:t>Associate Professor, Dept. of CSE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" y="4937760"/>
            <a:ext cx="8778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PROJECT REVIEW : MILESTONE PROJECT – 1  |  Date: 20-04-2026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" y="36576"/>
            <a:ext cx="89245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6064"/>
                </a:solidFill>
              </a:rPr>
              <a:t>Vel Tech Rangarajan Dr. Sagunthala R&amp;D Institute of Science and Technology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9728" y="237744"/>
            <a:ext cx="89245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16161"/>
                </a:solidFill>
              </a:rPr>
              <a:t>School of Computing  |  Department of Computer Science and Engineering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09728" y="402336"/>
            <a:ext cx="89245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97A7"/>
                </a:solidFill>
              </a:rPr>
              <a:t>10211CS224 / FULL STACK APPLICATION DEVELOPMENT (JAVA)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658368"/>
            <a:ext cx="9144000" cy="502920"/>
          </a:xfrm>
          <a:prstGeom prst="rect">
            <a:avLst/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58368"/>
            <a:ext cx="73152" cy="50292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6583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97A7"/>
                </a:solidFill>
              </a:rPr>
              <a:t>INTRODUCTION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503920" y="713232"/>
            <a:ext cx="384048" cy="38404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0" y="713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823960" y="1005840"/>
            <a:ext cx="164592" cy="164592"/>
          </a:xfrm>
          <a:prstGeom prst="ellipse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823960" y="1353312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23960" y="1700784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823960" y="2048256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23960" y="2395728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823960" y="2743200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23960" y="3090672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23960" y="3438144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23960" y="3785616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592" y="1316736"/>
            <a:ext cx="292608" cy="29260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4592" y="1316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6928" y="1280160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</a:rPr>
              <a:t>Recruitment processes are often fragmented and paper-driven, making it hard for job seekers and employers to connect efficiently.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64592" y="1828800"/>
            <a:ext cx="292608" cy="29260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4592" y="1828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66928" y="1792224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</a:rPr>
              <a:t>The Job Portal Management System is a web-based full-stack application that bridges this gap using Spring Boot, JPA, and Thymeleaf.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64592" y="2340864"/>
            <a:ext cx="292608" cy="29260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4592" y="2340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66928" y="2304288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</a:rPr>
              <a:t>Job seekers (students) can register, build profiles, upload resumes, browse/filter listings, and track application status in real time.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64592" y="2852928"/>
            <a:ext cx="292608" cy="29260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4592" y="28529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66928" y="2816352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</a:rPr>
              <a:t>Employers can post jobs with full details, manage listings, view all applicants, and shortlist or reject candidates.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64592" y="3364992"/>
            <a:ext cx="292608" cy="29260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64592" y="3364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66928" y="3328416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</a:rPr>
              <a:t>The system enforces role-based access (Student / Employer / Admin) secured via Spring Security with BCrypt password hashing.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64592" y="3877056"/>
            <a:ext cx="292608" cy="29260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64592" y="38770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66928" y="3840480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</a:rPr>
              <a:t>Aligned with SDG 8 – Decent Work and Economic Growth by enabling accessible, digital-first employment opportunities for all.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82880" y="4937760"/>
            <a:ext cx="8778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PROJECT REVIEW : MILESTONE PROJECT – 1  |  Date: 20-04-2026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" y="36576"/>
            <a:ext cx="89245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6064"/>
                </a:solidFill>
              </a:rPr>
              <a:t>Vel Tech Rangarajan Dr. Sagunthala R&amp;D Institute of Science and Technology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9728" y="237744"/>
            <a:ext cx="89245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16161"/>
                </a:solidFill>
              </a:rPr>
              <a:t>School of Computing  |  Department of Computer Science and Engineering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09728" y="402336"/>
            <a:ext cx="89245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97A7"/>
                </a:solidFill>
              </a:rPr>
              <a:t>10211CS224 / FULL STACK APPLICATION DEVELOPMENT (JAVA)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658368"/>
            <a:ext cx="9144000" cy="502920"/>
          </a:xfrm>
          <a:prstGeom prst="rect">
            <a:avLst/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58368"/>
            <a:ext cx="73152" cy="50292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6583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97A7"/>
                </a:solidFill>
              </a:rPr>
              <a:t>PROBLEM STATEMENT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503920" y="713232"/>
            <a:ext cx="384048" cy="38404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0" y="713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823960" y="1005840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823960" y="1353312"/>
            <a:ext cx="164592" cy="164592"/>
          </a:xfrm>
          <a:prstGeom prst="ellipse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23960" y="1700784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823960" y="2048256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23960" y="2395728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823960" y="2743200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23960" y="3090672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23960" y="3438144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23960" y="3785616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592" y="1316736"/>
            <a:ext cx="292608" cy="29260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4592" y="1316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6928" y="1280160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</a:rPr>
              <a:t>Most job seekers rely on scattered job boards with no centralized platform to manage and track their applications.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64592" y="1828800"/>
            <a:ext cx="292608" cy="29260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4592" y="1828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66928" y="1792224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</a:rPr>
              <a:t>Employers lack a unified portal to post, manage, and screen applications — resulting in delayed and inefficient hiring.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64592" y="2340864"/>
            <a:ext cx="292608" cy="29260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4592" y="2340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66928" y="2304288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</a:rPr>
              <a:t>There is no role-based portal catering to both students and employers with separate dashboards from a single login system.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64592" y="2852928"/>
            <a:ext cx="292608" cy="29260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4592" y="28529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66928" y="2816352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</a:rPr>
              <a:t>Resume sharing happens via email without structured storage, making candidate screening inefficient for HR teams.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64592" y="3364992"/>
            <a:ext cx="292608" cy="29260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64592" y="3364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66928" y="3328416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</a:rPr>
              <a:t>The absence of real-time status updates (shortlisted/rejected) leaves applicants without timely feedback after applying.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64592" y="3877056"/>
            <a:ext cx="292608" cy="29260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64592" y="38770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66928" y="3840480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</a:rPr>
              <a:t>A structured Spring Boot portal with JPA persistence, REST APIs, and Spring Security is urgently needed.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82880" y="4937760"/>
            <a:ext cx="8778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PROJECT REVIEW : MILESTONE PROJECT – 1  |  Date: 20-04-2026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" y="36576"/>
            <a:ext cx="89245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6064"/>
                </a:solidFill>
              </a:rPr>
              <a:t>Vel Tech Rangarajan Dr. Sagunthala R&amp;D Institute of Science and Technology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9728" y="237744"/>
            <a:ext cx="89245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16161"/>
                </a:solidFill>
              </a:rPr>
              <a:t>School of Computing  |  Department of Computer Science and Engineering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09728" y="402336"/>
            <a:ext cx="89245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97A7"/>
                </a:solidFill>
              </a:rPr>
              <a:t>10211CS224 / FULL STACK APPLICATION DEVELOPMENT (JAVA)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658368"/>
            <a:ext cx="9144000" cy="502920"/>
          </a:xfrm>
          <a:prstGeom prst="rect">
            <a:avLst/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58368"/>
            <a:ext cx="73152" cy="50292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6583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97A7"/>
                </a:solidFill>
              </a:rPr>
              <a:t>OBJECTIVE(S)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503920" y="713232"/>
            <a:ext cx="384048" cy="38404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0" y="713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823960" y="1005840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823960" y="1353312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23960" y="1700784"/>
            <a:ext cx="164592" cy="164592"/>
          </a:xfrm>
          <a:prstGeom prst="ellipse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823960" y="2048256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23960" y="2395728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823960" y="2743200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23960" y="3090672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23960" y="3438144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23960" y="3785616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592" y="1316736"/>
            <a:ext cx="292608" cy="29260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4592" y="1316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6928" y="1280160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</a:rPr>
              <a:t>To design and develop a role-based Job Portal using Java Full Stack (Spring Boot + Thymeleaf + Spring Data JPA).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64592" y="1828800"/>
            <a:ext cx="292608" cy="29260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4592" y="1828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66928" y="1792224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</a:rPr>
              <a:t>To enable students to register, maintain profiles, upload resumes, and apply for jobs with a cover letter.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64592" y="2340864"/>
            <a:ext cx="292608" cy="29260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4592" y="2340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66928" y="2304288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</a:rPr>
              <a:t>To allow employers to post, edit, and delete jobs, and manage applicant shortlisting/rejection workflows.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64592" y="2852928"/>
            <a:ext cx="292608" cy="29260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4592" y="28529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66928" y="2816352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</a:rPr>
              <a:t>To implement Spring Security for role-based login (Student, Employer, Admin) with BCrypt password hashing.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64592" y="3364992"/>
            <a:ext cx="292608" cy="29260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64592" y="3364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66928" y="3328416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</a:rPr>
              <a:t>To evaluate system performance in terms of usability, data integrity, and response time across all modules.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64592" y="3877056"/>
            <a:ext cx="292608" cy="29260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64592" y="38770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66928" y="3840480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</a:rPr>
              <a:t>To provide real-time notifications to job seekers when their application status is updated by an employer.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82880" y="4937760"/>
            <a:ext cx="8778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PROJECT REVIEW : MILESTONE PROJECT – 1  |  Date: 20-04-2026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" y="36576"/>
            <a:ext cx="89245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6064"/>
                </a:solidFill>
              </a:rPr>
              <a:t>Vel Tech Rangarajan Dr. Sagunthala R&amp;D Institute of Science and Technology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9728" y="237744"/>
            <a:ext cx="89245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16161"/>
                </a:solidFill>
              </a:rPr>
              <a:t>School of Computing  |  Department of Computer Science and Engineering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09728" y="402336"/>
            <a:ext cx="89245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97A7"/>
                </a:solidFill>
              </a:rPr>
              <a:t>10211CS224 / FULL STACK APPLICATION DEVELOPMENT (JAVA)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658368"/>
            <a:ext cx="9144000" cy="502920"/>
          </a:xfrm>
          <a:prstGeom prst="rect">
            <a:avLst/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58368"/>
            <a:ext cx="73152" cy="50292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6583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97A7"/>
                </a:solidFill>
              </a:rPr>
              <a:t>PROPOSED SYSTEM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503920" y="713232"/>
            <a:ext cx="384048" cy="38404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0" y="713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823960" y="1005840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823960" y="1353312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23960" y="1700784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823960" y="2048256"/>
            <a:ext cx="164592" cy="164592"/>
          </a:xfrm>
          <a:prstGeom prst="ellipse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23960" y="2395728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823960" y="2743200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23960" y="3090672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23960" y="3438144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23960" y="3785616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592" y="1316736"/>
            <a:ext cx="292608" cy="29260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4592" y="1316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6928" y="1280160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</a:rPr>
              <a:t>HireHub is a full-stack web app on Spring Boot MVC offering a centralized hub for job seekers and employers.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64592" y="1828800"/>
            <a:ext cx="292608" cy="29260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4592" y="1828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66928" y="1792224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</a:rPr>
              <a:t>Job Seeker Module: Register/login, build profiles, upload resumes (MultipartFile), search/filter by category, location, or experience, and apply with a cover letter.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64592" y="2340864"/>
            <a:ext cx="292608" cy="29260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4592" y="2340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66928" y="2304288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</a:rPr>
              <a:t>Employer Module: Post jobs with title, description, required skills, and salary; edit or delete listings; view and shortlist/reject applicants.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64592" y="2852928"/>
            <a:ext cx="292608" cy="29260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4592" y="28529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66928" y="2816352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</a:rPr>
              <a:t>Application Tracking: Seekers monitor application status (Pending / Shortlisted / Rejected) in real time from their dashboard.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64592" y="3364992"/>
            <a:ext cx="292608" cy="29260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64592" y="3364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66928" y="3328416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</a:rPr>
              <a:t>All CRUD operations are backed by Spring Data JPA with One-to-Many (Employer → Jobs) and Many-to-One (Application → Job/User) relationships.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64592" y="3877056"/>
            <a:ext cx="292608" cy="29260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64592" y="38770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66928" y="3840480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</a:rPr>
              <a:t>Notifications are triggered automatically when an employer updates a candidate's application status, with a full alerts page for seekers.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82880" y="4937760"/>
            <a:ext cx="8778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PROJECT REVIEW : MILESTONE PROJECT – 1  |  Date: 20-04-2026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" y="36576"/>
            <a:ext cx="89245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6064"/>
                </a:solidFill>
              </a:rPr>
              <a:t>Vel Tech Rangarajan Dr. Sagunthala R&amp;D Institute of Science and Technology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9728" y="237744"/>
            <a:ext cx="89245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16161"/>
                </a:solidFill>
              </a:rPr>
              <a:t>School of Computing  |  Department of Computer Science and Engineering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09728" y="402336"/>
            <a:ext cx="89245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97A7"/>
                </a:solidFill>
              </a:rPr>
              <a:t>10211CS224 / FULL STACK APPLICATION DEVELOPMENT (JAVA)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658368"/>
            <a:ext cx="9144000" cy="502920"/>
          </a:xfrm>
          <a:prstGeom prst="rect">
            <a:avLst/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58368"/>
            <a:ext cx="73152" cy="50292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6583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97A7"/>
                </a:solidFill>
              </a:rPr>
              <a:t>PROPOSED SYSTEM ARCHITECTURE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503920" y="713232"/>
            <a:ext cx="384048" cy="38404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0" y="713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823960" y="1005840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823960" y="1353312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23960" y="1700784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823960" y="2048256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23960" y="2395728"/>
            <a:ext cx="164592" cy="164592"/>
          </a:xfrm>
          <a:prstGeom prst="ellipse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823960" y="2743200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23960" y="3090672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23960" y="3438144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23960" y="3785616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6304" y="1371600"/>
            <a:ext cx="1572768" cy="10058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6304" y="1426464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Frontend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01168" y="1691640"/>
            <a:ext cx="1463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0F7FA"/>
                </a:solidFill>
              </a:rPr>
              <a:t>HTML5 / CSS3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0F7FA"/>
                </a:solidFill>
              </a:rPr>
              <a:t>Thymeleaf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0F7FA"/>
                </a:solidFill>
              </a:rPr>
              <a:t>JavaScript ES6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737360" y="1810512"/>
            <a:ext cx="128016" cy="54864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83664" y="1371600"/>
            <a:ext cx="1572768" cy="100584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83664" y="1426464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Spring MVC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938528" y="1691640"/>
            <a:ext cx="1463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0F7FA"/>
                </a:solidFill>
              </a:rPr>
              <a:t>@Controller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0F7FA"/>
                </a:solidFill>
              </a:rPr>
              <a:t>@RestController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0F7FA"/>
                </a:solidFill>
              </a:rPr>
              <a:t>Thymeleaf Render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474720" y="1810512"/>
            <a:ext cx="128016" cy="54864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21024" y="1371600"/>
            <a:ext cx="1572768" cy="1005840"/>
          </a:xfrm>
          <a:prstGeom prst="rect">
            <a:avLst/>
          </a:prstGeom>
          <a:solidFill>
            <a:srgbClr val="006978"/>
          </a:solidFill>
          <a:ln w="12700">
            <a:solidFill>
              <a:srgbClr val="00697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21024" y="1426464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Service Layer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75888" y="1691640"/>
            <a:ext cx="1463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0F7FA"/>
                </a:solidFill>
              </a:rPr>
              <a:t>Business Logic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0F7FA"/>
                </a:solidFill>
              </a:rPr>
              <a:t>@NotNull / @Size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0F7FA"/>
                </a:solidFill>
              </a:rPr>
              <a:t>@ControllerAdvice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212080" y="1810512"/>
            <a:ext cx="128016" cy="54864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58384" y="1371600"/>
            <a:ext cx="1572768" cy="1005840"/>
          </a:xfrm>
          <a:prstGeom prst="rect">
            <a:avLst/>
          </a:prstGeom>
          <a:solidFill>
            <a:srgbClr val="005662"/>
          </a:solidFill>
          <a:ln w="12700">
            <a:solidFill>
              <a:srgbClr val="00566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58384" y="1426464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Spring Data JPA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13248" y="1691640"/>
            <a:ext cx="1463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0F7FA"/>
                </a:solidFill>
              </a:rPr>
              <a:t>User / Job / App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0F7FA"/>
                </a:solidFill>
              </a:rPr>
              <a:t>Custom Finders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0F7FA"/>
                </a:solidFill>
              </a:rPr>
              <a:t>Sort &amp; Filter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949440" y="1810512"/>
            <a:ext cx="128016" cy="54864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095744" y="1371600"/>
            <a:ext cx="1572768" cy="1005840"/>
          </a:xfrm>
          <a:prstGeom prst="rect">
            <a:avLst/>
          </a:prstGeom>
          <a:solidFill>
            <a:srgbClr val="004349"/>
          </a:solidFill>
          <a:ln w="12700">
            <a:solidFill>
              <a:srgbClr val="00434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95744" y="1426464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MySQL DB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150608" y="1691640"/>
            <a:ext cx="1463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0F7FA"/>
                </a:solidFill>
              </a:rPr>
              <a:t>Persistent Storage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0F7FA"/>
                </a:solidFill>
              </a:rPr>
              <a:t>FK Constraints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0F7FA"/>
                </a:solidFill>
              </a:rPr>
              <a:t>Transactions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46304" y="2514600"/>
            <a:ext cx="8851392" cy="329184"/>
          </a:xfrm>
          <a:prstGeom prst="rect">
            <a:avLst/>
          </a:prstGeom>
          <a:solidFill>
            <a:srgbClr val="FFF3E0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37744" y="2514600"/>
            <a:ext cx="8686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5100"/>
                </a:solidFill>
              </a:rPr>
              <a:t>Spring Security — Role-Based Access (Student / Employer / Admin)  |  BCrypt Password Hashing  |  Session Management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64592" y="2971800"/>
            <a:ext cx="292608" cy="29260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64592" y="2971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66928" y="29443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97A7"/>
                </a:solidFill>
              </a:rPr>
              <a:t>Input:  </a:t>
            </a:r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</a:rPr>
              <a:t>User interacts via Thymeleaf forms — login, register, post/apply for job.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164592" y="3374136"/>
            <a:ext cx="292608" cy="29260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64592" y="33741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66928" y="334670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97A7"/>
                </a:solidFill>
              </a:rPr>
              <a:t>Processing:  </a:t>
            </a:r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</a:rPr>
              <a:t>Spring MVC controllers route requests; Service layer applies validation and business rules.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164592" y="3776472"/>
            <a:ext cx="292608" cy="29260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64592" y="37764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66928" y="37490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97A7"/>
                </a:solidFill>
              </a:rPr>
              <a:t>Persistence:  </a:t>
            </a:r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</a:rPr>
              <a:t>Spring Data JPA persists User, Job, Application entities with relationship mapping.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164592" y="4178808"/>
            <a:ext cx="292608" cy="29260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64592" y="4178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66928" y="415137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97A7"/>
                </a:solidFill>
              </a:rPr>
              <a:t>Output:  </a:t>
            </a:r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</a:rPr>
              <a:t>Dynamic dashboards with real-time application status, job listings, and notifications.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82880" y="4937760"/>
            <a:ext cx="8778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PROJECT REVIEW : MILESTONE PROJECT – 1  |  Date: 20-04-2026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" y="36576"/>
            <a:ext cx="89245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6064"/>
                </a:solidFill>
              </a:rPr>
              <a:t>Vel Tech Rangarajan Dr. Sagunthala R&amp;D Institute of Science and Technology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9728" y="237744"/>
            <a:ext cx="89245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16161"/>
                </a:solidFill>
              </a:rPr>
              <a:t>School of Computing  |  Department of Computer Science and Engineering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09728" y="402336"/>
            <a:ext cx="89245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97A7"/>
                </a:solidFill>
              </a:rPr>
              <a:t>10211CS224 / FULL STACK APPLICATION DEVELOPMENT (JAVA)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658368"/>
            <a:ext cx="9144000" cy="502920"/>
          </a:xfrm>
          <a:prstGeom prst="rect">
            <a:avLst/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58368"/>
            <a:ext cx="73152" cy="50292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6583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97A7"/>
                </a:solidFill>
              </a:rPr>
              <a:t>WORKFLOW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503920" y="713232"/>
            <a:ext cx="384048" cy="38404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0" y="713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823960" y="1005840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823960" y="1353312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23960" y="1700784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823960" y="2048256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23960" y="2395728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823960" y="2743200"/>
            <a:ext cx="164592" cy="164592"/>
          </a:xfrm>
          <a:prstGeom prst="ellipse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23960" y="3090672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23960" y="3438144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23960" y="3785616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126187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006064"/>
                </a:solidFill>
              </a:rPr>
              <a:t>Workflow – Job Portal Management System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28600" y="1572768"/>
            <a:ext cx="4114800" cy="25603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" y="15727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Job Seeker Flow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17720" y="1572768"/>
            <a:ext cx="4297680" cy="256032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7720" y="157276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Employer Flow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56032" y="1947672"/>
            <a:ext cx="219456" cy="219456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19476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1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30352" y="1901952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Register as Job Seeker (name, email, skills, experience).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45152" y="1947672"/>
            <a:ext cx="219456" cy="219456"/>
          </a:xfrm>
          <a:prstGeom prst="ellipse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45152" y="19476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1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919472" y="1901952"/>
            <a:ext cx="39136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Register as Employer (company name, email, password).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56032" y="2295144"/>
            <a:ext cx="219456" cy="219456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6032" y="229514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2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30352" y="2249424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Build Profile: phone, location, bio, upload resume.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45152" y="2295144"/>
            <a:ext cx="219456" cy="219456"/>
          </a:xfrm>
          <a:prstGeom prst="ellipse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45152" y="229514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2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919472" y="2249424"/>
            <a:ext cx="39136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Post Job: title, description, skills, salary, vacancies.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56032" y="2642616"/>
            <a:ext cx="219456" cy="219456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6032" y="264261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3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30352" y="2596896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Browse Jobs: search by keyword, category, location, exp.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45152" y="2642616"/>
            <a:ext cx="219456" cy="219456"/>
          </a:xfrm>
          <a:prstGeom prst="ellipse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45152" y="264261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3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4919472" y="2596896"/>
            <a:ext cx="39136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Manage Listings: edit details or delete postings.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56032" y="2990088"/>
            <a:ext cx="219456" cy="219456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56032" y="299008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4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530352" y="2944368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Apply: submit application with optional cover letter.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645152" y="2990088"/>
            <a:ext cx="219456" cy="219456"/>
          </a:xfrm>
          <a:prstGeom prst="ellipse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45152" y="299008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4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4919472" y="2944368"/>
            <a:ext cx="39136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View Applicants: see all applicants per job with resume.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56032" y="3337560"/>
            <a:ext cx="219456" cy="219456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56032" y="33375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5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530352" y="3291840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Track Status: Pending/Shortlisted/Rejected on dashboard.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645152" y="3337560"/>
            <a:ext cx="219456" cy="219456"/>
          </a:xfrm>
          <a:prstGeom prst="ellipse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45152" y="33375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5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4919472" y="3291840"/>
            <a:ext cx="39136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Shortlist/Reject: update status; notification sent to seeker.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56032" y="3685032"/>
            <a:ext cx="219456" cy="219456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56032" y="36850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6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530352" y="3639312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Receive Notification when employer updates status.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645152" y="3685032"/>
            <a:ext cx="219456" cy="219456"/>
          </a:xfrm>
          <a:prstGeom prst="ellipse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645152" y="36850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6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4919472" y="3639312"/>
            <a:ext cx="39136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Dashboard: total jobs, applicants, shortlisted count.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82880" y="4937760"/>
            <a:ext cx="8778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PROJECT REVIEW : MILESTONE PROJECT – 1  |  Date: 20-04-2026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" y="36576"/>
            <a:ext cx="89245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6064"/>
                </a:solidFill>
              </a:rPr>
              <a:t>Vel Tech Rangarajan Dr. Sagunthala R&amp;D Institute of Science and Technology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9728" y="237744"/>
            <a:ext cx="89245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16161"/>
                </a:solidFill>
              </a:rPr>
              <a:t>School of Computing  |  Department of Computer Science and Engineering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09728" y="402336"/>
            <a:ext cx="89245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97A7"/>
                </a:solidFill>
              </a:rPr>
              <a:t>10211CS224 / FULL STACK APPLICATION DEVELOPMENT (JAVA)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658368"/>
            <a:ext cx="9144000" cy="502920"/>
          </a:xfrm>
          <a:prstGeom prst="rect">
            <a:avLst/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58368"/>
            <a:ext cx="73152" cy="50292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6583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97A7"/>
                </a:solidFill>
              </a:rPr>
              <a:t>TECHNOLOGIES USED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503920" y="713232"/>
            <a:ext cx="384048" cy="38404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0" y="713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823960" y="1005840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823960" y="1353312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23960" y="1700784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823960" y="2048256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23960" y="2395728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823960" y="2743200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23960" y="3090672"/>
            <a:ext cx="164592" cy="164592"/>
          </a:xfrm>
          <a:prstGeom prst="ellipse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23960" y="3438144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23960" y="3785616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592" y="1335024"/>
            <a:ext cx="292608" cy="29260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4592" y="13350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6928" y="1298448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7A7"/>
                </a:solidFill>
              </a:rPr>
              <a:t>Frontend:  </a:t>
            </a:r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HTML5, CSS3, Thymeleaf Templates, JavaScript (ES6) – Responsive UI with dynamic table filtering and form validation.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64592" y="1828800"/>
            <a:ext cx="292608" cy="29260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4592" y="1828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66928" y="1792224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7A7"/>
                </a:solidFill>
              </a:rPr>
              <a:t>Backend:  </a:t>
            </a:r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Spring Boot + Spring MVC – @RestController, @Controller, @ControllerAdvice, Bean Validation (@NotNull, @Size).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64592" y="2322576"/>
            <a:ext cx="292608" cy="29260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4592" y="2322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66928" y="2286000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7A7"/>
                </a:solidFill>
              </a:rPr>
              <a:t>Database:  </a:t>
            </a:r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MySQL with Spring Data JPA – Entities: User, Job, Application; custom finder methods, sorting, and filtering queries.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64592" y="2816352"/>
            <a:ext cx="292608" cy="29260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4592" y="2816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66928" y="2779776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7A7"/>
                </a:solidFill>
              </a:rPr>
              <a:t>Security:  </a:t>
            </a:r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Spring Security – Role-based access (Student, Employer, Admin); BCrypt password hashing; session management.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64592" y="3310128"/>
            <a:ext cx="292608" cy="29260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64592" y="3310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66928" y="3273552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7A7"/>
                </a:solidFill>
              </a:rPr>
              <a:t>File Storage:  </a:t>
            </a:r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Resume upload via Spring MultipartFile API – stored in a local server folder with filename reference in the database.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64592" y="3803904"/>
            <a:ext cx="292608" cy="29260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64592" y="38039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66928" y="3767328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7A7"/>
                </a:solidFill>
              </a:rPr>
              <a:t>Tools:  </a:t>
            </a:r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VS Code / IntelliJ IDEA, Maven, Git &amp; GitHub (Version Control), Postman (API Testing).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64592" y="4297680"/>
            <a:ext cx="292608" cy="29260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64592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7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66928" y="4261104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7A7"/>
                </a:solidFill>
              </a:rPr>
              <a:t>Hardware/OS:  </a:t>
            </a:r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Any modern browser (Chrome, Firefox, Edge); Windows/macOS/Linux; 4 GB RAM minimum; internet connection.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82880" y="4937760"/>
            <a:ext cx="8778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PROJECT REVIEW : MILESTONE PROJECT – 1  |  Date: 20-04-2026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" y="36576"/>
            <a:ext cx="89245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6064"/>
                </a:solidFill>
              </a:rPr>
              <a:t>Vel Tech Rangarajan Dr. Sagunthala R&amp;D Institute of Science and Technology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9728" y="237744"/>
            <a:ext cx="89245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16161"/>
                </a:solidFill>
              </a:rPr>
              <a:t>School of Computing  |  Department of Computer Science and Engineering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09728" y="402336"/>
            <a:ext cx="89245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97A7"/>
                </a:solidFill>
              </a:rPr>
              <a:t>10211CS224 / FULL STACK APPLICATION DEVELOPMENT (JAVA)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658368"/>
            <a:ext cx="9144000" cy="502920"/>
          </a:xfrm>
          <a:prstGeom prst="rect">
            <a:avLst/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58368"/>
            <a:ext cx="73152" cy="50292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6583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97A7"/>
                </a:solidFill>
              </a:rPr>
              <a:t>MODULE DESCRIPTION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503920" y="713232"/>
            <a:ext cx="384048" cy="38404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0" y="713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823960" y="1005840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823960" y="1353312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23960" y="1700784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823960" y="2048256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23960" y="2395728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823960" y="2743200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23960" y="3090672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23960" y="3438144"/>
            <a:ext cx="164592" cy="164592"/>
          </a:xfrm>
          <a:prstGeom prst="ellipse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23960" y="3785616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124358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06064"/>
                </a:solidFill>
              </a:rPr>
              <a:t>Job Portal Management System – Module Description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01168" y="1572768"/>
            <a:ext cx="8723376" cy="768096"/>
          </a:xfrm>
          <a:prstGeom prst="rect">
            <a:avLst/>
          </a:prstGeom>
          <a:solidFill>
            <a:srgbClr val="E0F7FA"/>
          </a:solidFill>
          <a:ln w="6350">
            <a:solidFill>
              <a:srgbClr val="B2EB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1168" y="1572768"/>
            <a:ext cx="64008" cy="768096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1810512"/>
            <a:ext cx="274320" cy="27432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1810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" y="1627632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064"/>
                </a:solidFill>
              </a:rPr>
              <a:t>User Authentication &amp; Profile Module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" y="1847088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Spring Security handles registration/login with role-based access. Each user gets a dedicated dashboard. Profile: name, email, phone, location, skills, experience, bio, resume upload (MultipartFile).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01168" y="2414016"/>
            <a:ext cx="8723376" cy="768096"/>
          </a:xfrm>
          <a:prstGeom prst="rect">
            <a:avLst/>
          </a:prstGeom>
          <a:solidFill>
            <a:srgbClr val="F9FAFB"/>
          </a:solidFill>
          <a:ln w="6350">
            <a:solidFill>
              <a:srgbClr val="B2EB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1168" y="2414016"/>
            <a:ext cx="64008" cy="768096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2651760"/>
            <a:ext cx="274320" cy="27432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2651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0080" y="2468880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064"/>
                </a:solidFill>
              </a:rPr>
              <a:t>Job Management Module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" y="2688336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Employers create, edit, and delete job listings. Each job: title, category, location, salary, min experience, vacancies, required skills, description. Queryable via custom JPA finder methods with sorting.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01168" y="3255264"/>
            <a:ext cx="8723376" cy="768096"/>
          </a:xfrm>
          <a:prstGeom prst="rect">
            <a:avLst/>
          </a:prstGeom>
          <a:solidFill>
            <a:srgbClr val="E0F7FA"/>
          </a:solidFill>
          <a:ln w="6350">
            <a:solidFill>
              <a:srgbClr val="B2EB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01168" y="3255264"/>
            <a:ext cx="64008" cy="768096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" y="3493008"/>
            <a:ext cx="274320" cy="27432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3493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40080" y="3310128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064"/>
                </a:solidFill>
              </a:rPr>
              <a:t>Application &amp; Tracking Module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0080" y="3529584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Seekers apply to jobs with a cover letter. Applications stored as Application entities (ManyToOne → Job, ManyToOne → User). Dashboard shows applied, shortlisted, and rejected counts in real time.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01168" y="4096512"/>
            <a:ext cx="8723376" cy="768096"/>
          </a:xfrm>
          <a:prstGeom prst="rect">
            <a:avLst/>
          </a:prstGeom>
          <a:solidFill>
            <a:srgbClr val="F9FAFB"/>
          </a:solidFill>
          <a:ln w="6350">
            <a:solidFill>
              <a:srgbClr val="B2EB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01168" y="4096512"/>
            <a:ext cx="64008" cy="768096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4320" y="4334256"/>
            <a:ext cx="274320" cy="27432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3342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40080" y="4151376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064"/>
                </a:solidFill>
              </a:rPr>
              <a:t>Notification Module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40080" y="4370832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Status-change events (Pending → Shortlisted/Rejected) are logged as Notification records. Seekers see notifications on an alerts page whenever an employer updates their application status.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82880" y="4937760"/>
            <a:ext cx="8778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PROJECT REVIEW : MILESTONE PROJECT – 1  |  Date: 20-04-2026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" y="36576"/>
            <a:ext cx="89245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6064"/>
                </a:solidFill>
              </a:rPr>
              <a:t>Vel Tech Rangarajan Dr. Sagunthala R&amp;D Institute of Science and Technology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9728" y="237744"/>
            <a:ext cx="89245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16161"/>
                </a:solidFill>
              </a:rPr>
              <a:t>School of Computing  |  Department of Computer Science and Engineering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09728" y="402336"/>
            <a:ext cx="89245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97A7"/>
                </a:solidFill>
              </a:rPr>
              <a:t>10211CS224 / FULL STACK APPLICATION DEVELOPMENT (JAVA)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658368"/>
            <a:ext cx="9144000" cy="502920"/>
          </a:xfrm>
          <a:prstGeom prst="rect">
            <a:avLst/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58368"/>
            <a:ext cx="73152" cy="50292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6583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97A7"/>
                </a:solidFill>
              </a:rPr>
              <a:t>DATABASE DESIGN (JPA ENTITIES &amp; RELATIONSHIPS)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503920" y="713232"/>
            <a:ext cx="384048" cy="38404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0" y="713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823960" y="1005840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823960" y="1353312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23960" y="1700784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823960" y="2048256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23960" y="2395728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823960" y="2743200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23960" y="3090672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23960" y="3438144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23960" y="3785616"/>
            <a:ext cx="164592" cy="164592"/>
          </a:xfrm>
          <a:prstGeom prst="ellipse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" y="1298448"/>
            <a:ext cx="2834640" cy="27432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129844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User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8600" y="1572768"/>
            <a:ext cx="2834640" cy="2029968"/>
          </a:xfrm>
          <a:prstGeom prst="rect">
            <a:avLst/>
          </a:prstGeom>
          <a:solidFill>
            <a:srgbClr val="F5FEFF"/>
          </a:solidFill>
          <a:ln w="9525">
            <a:solidFill>
              <a:srgbClr val="B2EB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1609344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</a:rPr>
              <a:t>id (PK, Long)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20040" y="1865376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</a:rPr>
              <a:t>name, email, password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20040" y="2121408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</a:rPr>
              <a:t>role (SEEKER / EMPLOYER)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20040" y="2377440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</a:rPr>
              <a:t>skills (String)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20040" y="2633472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</a:rPr>
              <a:t>experience (int)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20040" y="2889504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</a:rPr>
              <a:t>phone, location, bio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20040" y="3145536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</a:rPr>
              <a:t>resume (filename String)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46120" y="1298448"/>
            <a:ext cx="2834640" cy="27432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46120" y="129844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Job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46120" y="1572768"/>
            <a:ext cx="2834640" cy="2029968"/>
          </a:xfrm>
          <a:prstGeom prst="rect">
            <a:avLst/>
          </a:prstGeom>
          <a:solidFill>
            <a:srgbClr val="F5FEFF"/>
          </a:solidFill>
          <a:ln w="9525">
            <a:solidFill>
              <a:srgbClr val="B2EBF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37560" y="1609344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</a:rPr>
              <a:t>id (PK, Long)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337560" y="1865376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</a:rPr>
              <a:t>title, category, location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337560" y="2121408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</a:rPr>
              <a:t>salary (Long)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337560" y="2377440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</a:rPr>
              <a:t>experience, vacancies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337560" y="2633472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</a:rPr>
              <a:t>skills, description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337560" y="2889504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</a:rPr>
              <a:t>date (LocalDate)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337560" y="3145536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</a:rPr>
              <a:t>employer (@ManyToOne → User)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263640" y="1298448"/>
            <a:ext cx="2834640" cy="27432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63640" y="129844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Application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263640" y="1572768"/>
            <a:ext cx="2834640" cy="2029968"/>
          </a:xfrm>
          <a:prstGeom prst="rect">
            <a:avLst/>
          </a:prstGeom>
          <a:solidFill>
            <a:srgbClr val="F5FEFF"/>
          </a:solidFill>
          <a:ln w="9525">
            <a:solidFill>
              <a:srgbClr val="B2EBF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55080" y="1609344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</a:rPr>
              <a:t>id (PK, Long)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355080" y="1865376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</a:rPr>
              <a:t>coverLetter (String)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55080" y="2121408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</a:rPr>
              <a:t>status (PENDING /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355080" y="2377440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</a:rPr>
              <a:t>  SHORTLISTED / REJECTED)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355080" y="2633472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</a:rPr>
              <a:t>date (LocalDate)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355080" y="2889504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</a:rPr>
              <a:t>job (@ManyToOne → Job)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355080" y="3145536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2121"/>
                </a:solidFill>
              </a:rPr>
              <a:t>seeker (@ManyToOne → User)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228600" y="4251960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6064"/>
                </a:solidFill>
              </a:rPr>
              <a:t>Relationships: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1417320" y="4251960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97A7"/>
                </a:solidFill>
              </a:rPr>
              <a:t>One-to-Many: Employer (User) → Jobs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663440" y="4251960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D00"/>
                </a:solidFill>
              </a:rPr>
              <a:t>Many-to-One: Application → Job  &amp;  Application → User (Seeker)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228600" y="4553712"/>
            <a:ext cx="8686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16161"/>
                </a:solidFill>
              </a:rPr>
              <a:t>Custom Queries: findByEmployerId()  |  findBySeekerId()  |  findByStatus()  |  findByJobOrderByDateDesc()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82880" y="4937760"/>
            <a:ext cx="8778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PROJECT REVIEW : MILESTONE PROJECT – 1  |  Date: 20-04-2026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" y="36576"/>
            <a:ext cx="89245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6064"/>
                </a:solidFill>
              </a:rPr>
              <a:t>Vel Tech Rangarajan Dr. Sagunthala R&amp;D Institute of Science and Technology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9728" y="237744"/>
            <a:ext cx="89245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16161"/>
                </a:solidFill>
              </a:rPr>
              <a:t>School of Computing  |  Department of Computer Science and Engineering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09728" y="402336"/>
            <a:ext cx="89245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97A7"/>
                </a:solidFill>
              </a:rPr>
              <a:t>10211CS224 / FULL STACK APPLICATION DEVELOPMENT (JAVA)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658368"/>
            <a:ext cx="9144000" cy="502920"/>
          </a:xfrm>
          <a:prstGeom prst="rect">
            <a:avLst/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58368"/>
            <a:ext cx="73152" cy="50292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6583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97A7"/>
                </a:solidFill>
              </a:rPr>
              <a:t>KEY FEATURES SUMMARY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503920" y="713232"/>
            <a:ext cx="384048" cy="38404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0" y="713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823960" y="1005840"/>
            <a:ext cx="164592" cy="164592"/>
          </a:xfrm>
          <a:prstGeom prst="ellipse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823960" y="1353312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23960" y="1700784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823960" y="2048256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23960" y="2395728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823960" y="2743200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23960" y="3090672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23960" y="3438144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23960" y="3785616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243584"/>
          <a:ext cx="86868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337560"/>
                <a:gridCol w="3337560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7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 Seeker (Student)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7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Employer / Admin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7A7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 / Login with SEEKER role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 / Login with EMPLOYER role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Name, Skills, Experience, Bio, Resume Upload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 Name, Contact Info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 Browsing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by Keyword, Category, Location, Exp.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 own listings with applicant count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 Management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Post, Edit, Delete Jobs (full CRUD)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 with Cover Letter; one-time per job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 all applicants per job listing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Tracking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/ Shortlisted / Rejected on dashboard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applicant status per candidate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 on status change (Shortlisted/Rejected)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Stats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Applied, Shortlisted, Rejected counts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Jobs Posted, Total Applicants, Shortlisted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2EB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82880" y="4937760"/>
            <a:ext cx="8778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PROJECT REVIEW : MILESTONE PROJECT – 1  |  Date: 20-04-2026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" y="36576"/>
            <a:ext cx="89245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6064"/>
                </a:solidFill>
              </a:rPr>
              <a:t>Vel Tech Rangarajan Dr. Sagunthala R&amp;D Institute of Science and Technology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9728" y="237744"/>
            <a:ext cx="89245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16161"/>
                </a:solidFill>
              </a:rPr>
              <a:t>School of Computing  |  Department of Computer Science and Engineering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09728" y="402336"/>
            <a:ext cx="89245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97A7"/>
                </a:solidFill>
              </a:rPr>
              <a:t>10211CS224 / FULL STACK APPLICATION DEVELOPMENT (JAVA)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658368"/>
            <a:ext cx="9144000" cy="502920"/>
          </a:xfrm>
          <a:prstGeom prst="rect">
            <a:avLst/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58368"/>
            <a:ext cx="73152" cy="50292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6583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97A7"/>
                </a:solidFill>
              </a:rPr>
              <a:t>IMPLEMENTATION SCREENSHOTS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503920" y="713232"/>
            <a:ext cx="384048" cy="38404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0" y="713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823960" y="1005840"/>
            <a:ext cx="164592" cy="164592"/>
          </a:xfrm>
          <a:prstGeom prst="ellipse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823960" y="1353312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23960" y="1700784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823960" y="2048256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23960" y="2395728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823960" y="2743200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23960" y="3090672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23960" y="3438144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23960" y="3785616"/>
            <a:ext cx="164592" cy="164592"/>
          </a:xfrm>
          <a:prstGeom prst="ellipse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" y="1298448"/>
            <a:ext cx="4160520" cy="1554480"/>
          </a:xfrm>
          <a:prstGeom prst="rect">
            <a:avLst/>
          </a:prstGeom>
          <a:solidFill>
            <a:srgbClr val="E0F7FA"/>
          </a:solidFill>
          <a:ln w="12700">
            <a:solidFill>
              <a:srgbClr val="B2EB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184708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0097A7"/>
                </a:solidFill>
              </a:rPr>
              <a:t>[Screenshot Placeholder]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28600" y="2615184"/>
            <a:ext cx="4160520" cy="23774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2615184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Login / Register Page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754880" y="1298448"/>
            <a:ext cx="4160520" cy="1554480"/>
          </a:xfrm>
          <a:prstGeom prst="rect">
            <a:avLst/>
          </a:prstGeom>
          <a:solidFill>
            <a:srgbClr val="E0F7FA"/>
          </a:solidFill>
          <a:ln w="12700">
            <a:solidFill>
              <a:srgbClr val="B2EB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184708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0097A7"/>
                </a:solidFill>
              </a:rPr>
              <a:t>[Screenshot Placeholder]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2615184"/>
            <a:ext cx="4160520" cy="23774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2615184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Job Seeker Dashboard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28600" y="2999232"/>
            <a:ext cx="4160520" cy="1554480"/>
          </a:xfrm>
          <a:prstGeom prst="rect">
            <a:avLst/>
          </a:prstGeom>
          <a:solidFill>
            <a:srgbClr val="E0F7FA"/>
          </a:solidFill>
          <a:ln w="12700">
            <a:solidFill>
              <a:srgbClr val="B2EB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54787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0097A7"/>
                </a:solidFill>
              </a:rPr>
              <a:t>[Screenshot Placeholder]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28600" y="4315968"/>
            <a:ext cx="4160520" cy="23774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31596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Browse &amp; Apply for Jobs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54880" y="2999232"/>
            <a:ext cx="4160520" cy="1554480"/>
          </a:xfrm>
          <a:prstGeom prst="rect">
            <a:avLst/>
          </a:prstGeom>
          <a:solidFill>
            <a:srgbClr val="E0F7FA"/>
          </a:solidFill>
          <a:ln w="12700">
            <a:solidFill>
              <a:srgbClr val="B2EBF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354787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0097A7"/>
                </a:solidFill>
              </a:rPr>
              <a:t>[Screenshot Placeholder]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0" y="4315968"/>
            <a:ext cx="4160520" cy="23774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431596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Employer – View Applicants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74320" y="477316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16161"/>
                </a:solidFill>
              </a:rPr>
              <a:t>Replace placeholder boxes above with actual screenshots from your deployed application.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82880" y="4937760"/>
            <a:ext cx="8778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PROJECT REVIEW : MILESTONE PROJECT – 1  |  Date: 20-04-2026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Job Portal Management System</dc:title>
  <dc:subject>PptxGenJS Presentation</dc:subject>
  <dc:creator>PptxGenJS</dc:creator>
  <cp:lastModifiedBy>PptxGenJS</cp:lastModifiedBy>
  <cp:revision>1</cp:revision>
  <dcterms:created xsi:type="dcterms:W3CDTF">2026-04-20T05:21:52Z</dcterms:created>
  <dcterms:modified xsi:type="dcterms:W3CDTF">2026-04-20T05:21:52Z</dcterms:modified>
</cp:coreProperties>
</file>